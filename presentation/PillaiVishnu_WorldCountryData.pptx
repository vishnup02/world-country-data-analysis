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04"/>
  </p:normalViewPr>
  <p:slideViewPr>
    <p:cSldViewPr snapToGrid="0">
      <p:cViewPr varScale="1">
        <p:scale>
          <a:sx n="119" d="100"/>
          <a:sy n="119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BE8E1-1B02-10A2-195A-152B83D75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432ED-5022-71F7-F8DA-422A9DA3A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71F8B-9D52-B63D-168D-015CD8D9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1A5DC-AACD-E613-A0D1-C25F805E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1EC04-EA91-3F13-0655-2B23F0D7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5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AEBFD-F1F2-02D9-6D90-B5C37A11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BFDA-FE1C-47AF-D684-EA35511CF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3EA7B-FBF6-FE3C-2421-767D9656F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CFDD8-21B5-65F2-7FC8-9E368535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DC8A9-C248-7D3C-1B46-0066853A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42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C578-A042-F5B9-0BCC-406245DF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9490C-8E83-1D95-AB92-14B154DDB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EF342-A4FA-C1CF-04F0-EC2C3E28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7102B-2502-9455-19F7-D48FFBFBE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C47B1-C39D-DFA7-5275-A4F4B1F61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14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1A5EF-7095-C480-9879-2E1B341A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5775-9188-89AF-EE87-D05D84838F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16AA0-B3EA-8E7C-A272-A1FB966E3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D4CD7-35C4-93C8-FC3B-71428770A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67472-8C63-694C-7821-23382EB8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5E34F-4E0A-B424-54A5-03AF9018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02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EFDD-18D6-3785-AEAF-BFCF0657A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AB8FF-8E37-0205-81E1-E1390F5A26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5E44D-6D48-3235-8D84-E19C3A552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FC459-91CA-AADE-B151-E0E7AA435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AD2CA-CBA0-7153-3BCE-91CC1D3AE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5AA85-5A0B-4EBD-8BFC-5F083BDA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38B12-1CE6-35B4-D38A-052ACBB75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C20E5-8224-4EA3-D3A8-AB275C91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39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209B2-E0D6-4952-BAA2-78F7138BD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8792B-11B3-E8A2-C7D1-4A05B9A41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64337E-2ED3-5176-2405-3C3C9FB1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CEFAA-07DF-50BE-02E0-4A0B38716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899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8D7BE-BBB0-8325-3398-0853E729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C7EDD4-BB91-399C-097F-8CC2FBED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22214-F6C1-C559-054C-368828BD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7E9E3-AE41-426B-7D58-DA191A2F3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238B-E622-AE9C-1CE2-6B73F6053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B1F83E-BC56-DF98-B946-243485A24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C2F0A-2353-D58F-1A95-355184AE0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69F02-417B-98A2-38ED-14F0BD14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255F7-12F6-653E-DB42-8F4082325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7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E0B81-836D-8835-CAE5-65F7F92B1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77081-B7A6-EB67-9C2F-DBE29B377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164DB-2B28-6996-F4AB-29013D816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7279F-E58D-D72C-9734-6473BE52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00F575-EB79-E16B-CD8F-AF1B006F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A0B71-A081-AD0A-A49E-35311C5F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0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DDD26-C9FD-0E5E-EAFC-9EAE18CB0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6A982-1F74-B084-30D3-743B228F0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58CC9-B839-6530-5EB4-FBA745C59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E4B15-4D38-A3AD-7ABF-D6E0DA5D3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C8A0A-9653-D52D-9FE5-464622248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88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C400C-7ACF-85C8-D932-48A6961B5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76CF16-A961-F268-6595-883176848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9B8FA-8E07-5E86-5266-4C359A01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6A208-23E3-B55D-E6B5-7E7F04CC0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60F48-38C0-3531-7E35-70A9F8DF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99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023DA4-0565-FF56-1F02-85B55217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9931B-F604-81BC-2127-541C1C097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76AD-531D-D463-8E89-72BB5995B3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0642B-AECD-B64D-B5CA-3234CB6F76E3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AE497-8668-88E5-C594-320373F23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51C74-EAB4-63CA-3BD0-4304DEB42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C4786-705B-B84F-91AD-79CADC8DF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1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DC2CC-28A8-ABCC-F725-E7D4D27B6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World Country Data: Countries by Continent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D48307-D545-6F86-7B97-74D5F93D5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Vishnu Pillai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68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AC925E4A-1F0D-89FD-0C8F-E88DC33DF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352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World Country Data: Countries by Continent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Pillai</dc:creator>
  <cp:lastModifiedBy>Vishnu Pillai</cp:lastModifiedBy>
  <cp:revision>1</cp:revision>
  <dcterms:created xsi:type="dcterms:W3CDTF">2026-02-17T09:53:50Z</dcterms:created>
  <dcterms:modified xsi:type="dcterms:W3CDTF">2026-02-17T09:59:45Z</dcterms:modified>
</cp:coreProperties>
</file>